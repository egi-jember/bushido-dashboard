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6" r:id="rId2"/>
    <p:sldId id="292" r:id="rId3"/>
    <p:sldId id="307" r:id="rId4"/>
    <p:sldId id="308" r:id="rId5"/>
    <p:sldId id="293" r:id="rId6"/>
    <p:sldId id="294" r:id="rId7"/>
    <p:sldId id="295" r:id="rId8"/>
    <p:sldId id="296" r:id="rId9"/>
    <p:sldId id="300" r:id="rId10"/>
    <p:sldId id="310" r:id="rId11"/>
    <p:sldId id="298" r:id="rId12"/>
    <p:sldId id="299" r:id="rId13"/>
    <p:sldId id="301" r:id="rId14"/>
    <p:sldId id="302" r:id="rId15"/>
    <p:sldId id="303" r:id="rId16"/>
    <p:sldId id="304" r:id="rId17"/>
    <p:sldId id="305" r:id="rId18"/>
    <p:sldId id="306" r:id="rId19"/>
    <p:sldId id="309" r:id="rId20"/>
    <p:sldId id="266" r:id="rId2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V RSSM JEMBER" initials="SRJ" lastIdx="1" clrIdx="0">
    <p:extLst>
      <p:ext uri="{19B8F6BF-5375-455C-9EA6-DF929625EA0E}">
        <p15:presenceInfo xmlns:p15="http://schemas.microsoft.com/office/powerpoint/2012/main" userId="SPV RSSM JEM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35" autoAdjust="0"/>
    <p:restoredTop sz="94660"/>
  </p:normalViewPr>
  <p:slideViewPr>
    <p:cSldViewPr snapToGrid="0">
      <p:cViewPr varScale="1">
        <p:scale>
          <a:sx n="71" d="100"/>
          <a:sy n="71" d="100"/>
        </p:scale>
        <p:origin x="87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D25A9-5544-402B-A3F4-F1E0369BA089}" type="datetimeFigureOut">
              <a:rPr lang="id-ID" smtClean="0"/>
              <a:t>28/10/2026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16625-DA9F-40FB-A83E-9E288DFF75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064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4CEA-C958-D961-553A-674736EA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C6E5C-0D11-D5EF-16E9-40FAAD678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247F0-60A9-ED03-A3A5-442920EDA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CC0CF-3A66-7FAB-0EB2-7A6DA892E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2B83-E6CC-4760-96DF-735133F6CC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5985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3CC6-27EF-CAC5-4CCC-58794235A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DBAAF-ABD7-EF9B-2CE1-5F2BACD1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8B1D-D9CB-7AA2-D699-C75E3533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5369-9E53-512E-3A91-69D835AD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FA05-4878-6C9B-515A-01CEC17F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7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57A1-1FB2-6B02-9FFF-4140874A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78007-669B-CBE2-3BB8-6F01EA4BA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1531-2AA6-D7A0-538C-AAAA955E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2EC7B-7DF5-EF96-CD8E-3813DEF3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A7810-1798-E2B8-188A-E246A7AC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2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B95F-69B4-AD29-8762-8C19F81A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1908-FE7B-1CE5-836F-9139431B3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DBCA2-ABE8-4DCF-05AF-DE6589EC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B4ECE-5CAC-58DE-6FA4-BA06B76B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0AB-D902-E31F-D6ED-B9CDEE30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6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8FCC-220C-38D6-5D15-4290F021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D942-72A8-394F-96E1-0C32A6DD3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4D5DA-A6C7-FD17-FCE0-C4C675624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06E9D-A72D-D49B-0887-339351DA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FBF63-35AF-54E8-AFEF-8684CE20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D1568-B029-70A1-E8E3-E699011A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087B-3E90-30DB-D6F5-22B6FBFE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70BAE-5B06-067F-7072-B9A800EE1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A538-03D6-FF96-1A17-38B15FB4A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1C7EC-3403-1922-E118-FDCC30F61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BC28F-F250-9096-1028-FB397DFDD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DBD3E-CEDD-0280-443E-CA0A1600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2AC53-5C29-F7CC-D82B-E5E326BF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BDA29-60AB-F58D-B3FB-2B076401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2234-0D7C-D600-9BD5-A2CB69CD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845AC-3830-AF9F-E6DF-61ED6F88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AC70D-4535-B217-363B-2C62AA73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2152B-AB5B-3302-4CC2-16424ABF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8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EA90B-021B-A705-862A-D7EFC417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A4336-8EF4-8AF0-4094-5DBB0D5A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F6AFA-A9B4-24C4-7C75-CC116ADD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9EC4-E441-CA6B-6A32-D060F553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4C86-2C75-5D1F-F3DB-0FF11C75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6B94A-0914-C0E1-DFF4-4B730F346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7EE1-5327-CB7C-9A90-D4E7F0AD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975E-2AD9-0D28-0EA3-E9B4AC44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0B3C3-8E42-90CB-EB26-8D32D2F6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7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68F1-47F5-27C5-A4D6-C5160D73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404B37-A1A5-4293-A234-EBA098A75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56F69-5009-EC54-5CE8-CCF084956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FB8B9-A7CF-F703-B158-31502487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F043C-6A45-7827-97D5-B4D2FA70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7E1C6-A23F-CA37-A802-C6F5A83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0250-4916-0C17-D76B-1DADEDB9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774E3-1C3C-987B-1BE3-2419A1B1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491B-2194-135E-27E2-A62FDD9B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5DAA8-DF4C-8466-6CF3-BDD505D2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71648-8BE6-0613-1274-35A0078E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3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99B1F-73D7-CA04-B45E-6AC7FCC6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CCCCE-4C70-DE2A-2016-6F8758D1A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5DC07-1CCC-DD3C-D2BD-4001F0C2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5EAD-4FAE-35CE-4AFE-D50166A4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6F50-87B9-43C8-6094-67BC3C6A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5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1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706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64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422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F3CF-4C92-C73C-0695-FB07D0C9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504A-88F6-8C0A-0036-E48F8669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ABEF-1371-DA33-62D6-EE2EFF10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FB7EB-4F40-434A-B234-528EE28F364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4AAC-174F-F81E-AC11-DF05C7BB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CA46-89BF-D7F9-0E10-66AFC111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B2BE82-8351-4060-B7D4-71C8EFD5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54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1977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527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612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036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537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9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710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199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24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1952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F3CF-4C92-C73C-0695-FB07D0C9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504A-88F6-8C0A-0036-E48F8669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ABEF-1371-DA33-62D6-EE2EFF10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FB7EB-4F40-434A-B234-528EE28F364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4AAC-174F-F81E-AC11-DF05C7BB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CA46-89BF-D7F9-0E10-66AFC111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B2BE82-8351-4060-B7D4-71C8EFD5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231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569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462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036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231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96124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ganizational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8" y="308698"/>
            <a:ext cx="2868232" cy="670789"/>
          </a:xfrm>
        </p:spPr>
        <p:txBody>
          <a:bodyPr bIns="0" anchor="b">
            <a:noAutofit/>
          </a:bodyPr>
          <a:lstStyle>
            <a:lvl1pPr>
              <a:defRPr sz="3600" b="1" cap="all" baseline="0"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2868232" cy="365126"/>
          </a:xfrm>
        </p:spPr>
        <p:txBody>
          <a:bodyPr tIns="0">
            <a:no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2" name="Text Placeholder 52">
            <a:extLst>
              <a:ext uri="{FF2B5EF4-FFF2-40B4-BE49-F238E27FC236}">
                <a16:creationId xmlns:a16="http://schemas.microsoft.com/office/drawing/2014/main" id="{3F032376-C2CA-10DF-1A75-895804A207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77676" y="3053936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Text Placeholder 54">
            <a:extLst>
              <a:ext uri="{FF2B5EF4-FFF2-40B4-BE49-F238E27FC236}">
                <a16:creationId xmlns:a16="http://schemas.microsoft.com/office/drawing/2014/main" id="{23A81A1A-928C-7B51-67CA-9DD2CDD281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63939" y="3554289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0" name="Text Placeholder 52">
            <a:extLst>
              <a:ext uri="{FF2B5EF4-FFF2-40B4-BE49-F238E27FC236}">
                <a16:creationId xmlns:a16="http://schemas.microsoft.com/office/drawing/2014/main" id="{E033D854-6589-A502-E00E-6899CDDBEDC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3969" y="1035423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95C38672-A198-1017-3C7B-1648B814165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27506" y="1514683"/>
            <a:ext cx="793854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252C1DCB-178A-D612-9896-45AA289B9A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25314" y="2916776"/>
            <a:ext cx="1188720" cy="11887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694E069D-D467-CAA5-AF27-B0213F60AD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8942" y="3561936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0" name="Text Placeholder 52">
            <a:extLst>
              <a:ext uri="{FF2B5EF4-FFF2-40B4-BE49-F238E27FC236}">
                <a16:creationId xmlns:a16="http://schemas.microsoft.com/office/drawing/2014/main" id="{BF192749-E649-0568-1B46-3A92022E48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13366" y="4842017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Text Placeholder 54">
            <a:extLst>
              <a:ext uri="{FF2B5EF4-FFF2-40B4-BE49-F238E27FC236}">
                <a16:creationId xmlns:a16="http://schemas.microsoft.com/office/drawing/2014/main" id="{FA2A5EEF-8844-36D9-8EA5-96BE67D7228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99629" y="5325890"/>
            <a:ext cx="755965" cy="36512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B16DB739-CDF4-1866-920A-E858CB40A8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13770" y="389189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4">
            <a:extLst>
              <a:ext uri="{FF2B5EF4-FFF2-40B4-BE49-F238E27FC236}">
                <a16:creationId xmlns:a16="http://schemas.microsoft.com/office/drawing/2014/main" id="{DB23861E-4C62-55D5-E98F-5B1C00B7466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85933" y="868449"/>
            <a:ext cx="793854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0AFC0C3-DFF9-04CF-469C-28353892DA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6569" y="1447946"/>
            <a:ext cx="1188720" cy="11887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2F91F985-8052-BC50-9071-4F94BA229F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823" y="2079740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23F05332-AB09-36DC-23BC-7C089F4376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20455" y="4276795"/>
            <a:ext cx="1188720" cy="11887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E0A4968C-C9EF-95A7-24CA-1A013804DC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2709" y="4908589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52">
            <a:extLst>
              <a:ext uri="{FF2B5EF4-FFF2-40B4-BE49-F238E27FC236}">
                <a16:creationId xmlns:a16="http://schemas.microsoft.com/office/drawing/2014/main" id="{A287DB0E-0FC3-8196-1A94-D525829F39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07512" y="5587552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4">
            <a:extLst>
              <a:ext uri="{FF2B5EF4-FFF2-40B4-BE49-F238E27FC236}">
                <a16:creationId xmlns:a16="http://schemas.microsoft.com/office/drawing/2014/main" id="{C7FEF325-22A7-B460-5A29-F01E703CA23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302401" y="6100688"/>
            <a:ext cx="755965" cy="36512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BA39D87F-0F57-8051-BC53-21C76607BC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6125" y="2825336"/>
            <a:ext cx="1371600" cy="1371600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txBody>
          <a:bodyPr lIns="0" tIns="164592" rIns="0">
            <a:normAutofit/>
          </a:bodyPr>
          <a:lstStyle>
            <a:lvl1pPr marL="0" indent="0" algn="ctr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BD9D20E-1CED-AAF2-BD65-81D2E1A78F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6365" y="3604771"/>
            <a:ext cx="1157414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2" name="Text Placeholder 52">
            <a:extLst>
              <a:ext uri="{FF2B5EF4-FFF2-40B4-BE49-F238E27FC236}">
                <a16:creationId xmlns:a16="http://schemas.microsoft.com/office/drawing/2014/main" id="{B571A34F-7F74-D8A8-50F2-435BCE8ED4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1515" y="417983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3" name="Text Placeholder 54">
            <a:extLst>
              <a:ext uri="{FF2B5EF4-FFF2-40B4-BE49-F238E27FC236}">
                <a16:creationId xmlns:a16="http://schemas.microsoft.com/office/drawing/2014/main" id="{E8F1DAAE-C1FB-F64E-50B6-F9B797B65E5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59940" y="928258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151BDB62-1FFE-EE54-1CA1-F8276F6FDC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98937" y="1458106"/>
            <a:ext cx="1188720" cy="118872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A963B55F-12B6-A2BF-8F36-5971DD01BB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91191" y="2089900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6" name="Text Placeholder 52">
            <a:extLst>
              <a:ext uri="{FF2B5EF4-FFF2-40B4-BE49-F238E27FC236}">
                <a16:creationId xmlns:a16="http://schemas.microsoft.com/office/drawing/2014/main" id="{A44C24EC-EAC9-6110-3929-CFBE6F93E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8633" y="4286754"/>
            <a:ext cx="1188720" cy="11887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87697604-99F4-F3ED-2CEA-028184FF5E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0546" y="4918548"/>
            <a:ext cx="946712" cy="37401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82811A69-C44D-E0D9-82E6-F7539BF6127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13633" y="875183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4">
            <a:extLst>
              <a:ext uri="{FF2B5EF4-FFF2-40B4-BE49-F238E27FC236}">
                <a16:creationId xmlns:a16="http://schemas.microsoft.com/office/drawing/2014/main" id="{F006EDA9-819F-FE58-DAD1-97A5FC7770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08522" y="1359056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Text Placeholder 52">
            <a:extLst>
              <a:ext uri="{FF2B5EF4-FFF2-40B4-BE49-F238E27FC236}">
                <a16:creationId xmlns:a16="http://schemas.microsoft.com/office/drawing/2014/main" id="{A47FCBB4-440E-68D8-9C0C-3401B15A6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1485" y="2916776"/>
            <a:ext cx="1188720" cy="11887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9204EB5C-C435-F6E1-2FDE-163E3CB1C5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5113" y="3563336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2">
            <a:extLst>
              <a:ext uri="{FF2B5EF4-FFF2-40B4-BE49-F238E27FC236}">
                <a16:creationId xmlns:a16="http://schemas.microsoft.com/office/drawing/2014/main" id="{63F46D58-E5BB-03D6-1727-D6B538B7F5A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2063" y="2017142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75228716-9846-49D6-A990-333A892BEE5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59700" y="2527417"/>
            <a:ext cx="755965" cy="43181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4" name="Text Placeholder 52">
            <a:extLst>
              <a:ext uri="{FF2B5EF4-FFF2-40B4-BE49-F238E27FC236}">
                <a16:creationId xmlns:a16="http://schemas.microsoft.com/office/drawing/2014/main" id="{F60E31F9-09A8-D36B-F31E-5D9F6A1078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35142" y="3053936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5" name="Text Placeholder 54">
            <a:extLst>
              <a:ext uri="{FF2B5EF4-FFF2-40B4-BE49-F238E27FC236}">
                <a16:creationId xmlns:a16="http://schemas.microsoft.com/office/drawing/2014/main" id="{153F6B4E-43CD-FE67-A4F8-970E882237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21405" y="3554289"/>
            <a:ext cx="755965" cy="43181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0E2E379D-1729-12C2-97BC-53C1307FCF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03186" y="4044989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7" name="Text Placeholder 54">
            <a:extLst>
              <a:ext uri="{FF2B5EF4-FFF2-40B4-BE49-F238E27FC236}">
                <a16:creationId xmlns:a16="http://schemas.microsoft.com/office/drawing/2014/main" id="{2A616659-5D3F-8832-A1E1-CE3F177A3D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63568" y="4528862"/>
            <a:ext cx="812479" cy="343700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71753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8560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660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5237D-A598-EF89-2948-604739CB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B8DE8-9BED-DEBD-6D81-BECA8C48E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1DE8-B6E5-8BF6-A176-240B1DED1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9D76D-8434-9FE9-2519-4F70A4727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8C61E-A6CE-DF9C-6441-B3CBECC46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BBB94A0-43A1-52D7-8AA0-5456AD47D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2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33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F8E7-76F3-9B81-A1A7-8BD04510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60">
            <a:extLst>
              <a:ext uri="{FF2B5EF4-FFF2-40B4-BE49-F238E27FC236}">
                <a16:creationId xmlns:a16="http://schemas.microsoft.com/office/drawing/2014/main" id="{7EBC5B39-2C13-2463-8C51-8B6B17899AF0}"/>
              </a:ext>
            </a:extLst>
          </p:cNvPr>
          <p:cNvCxnSpPr>
            <a:cxnSpLocks/>
          </p:cNvCxnSpPr>
          <p:nvPr/>
        </p:nvCxnSpPr>
        <p:spPr>
          <a:xfrm flipV="1">
            <a:off x="11052711" y="5283425"/>
            <a:ext cx="826921" cy="156972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61">
            <a:extLst>
              <a:ext uri="{FF2B5EF4-FFF2-40B4-BE49-F238E27FC236}">
                <a16:creationId xmlns:a16="http://schemas.microsoft.com/office/drawing/2014/main" id="{CB1CEF67-1F81-9FB3-4785-86BBBD59B7BD}"/>
              </a:ext>
            </a:extLst>
          </p:cNvPr>
          <p:cNvCxnSpPr>
            <a:cxnSpLocks/>
          </p:cNvCxnSpPr>
          <p:nvPr/>
        </p:nvCxnSpPr>
        <p:spPr>
          <a:xfrm flipV="1">
            <a:off x="8670440" y="0"/>
            <a:ext cx="582016" cy="12539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2">
            <a:extLst>
              <a:ext uri="{FF2B5EF4-FFF2-40B4-BE49-F238E27FC236}">
                <a16:creationId xmlns:a16="http://schemas.microsoft.com/office/drawing/2014/main" id="{2B06CCF0-EE35-0F0A-5855-F44F4F4C4F4E}"/>
              </a:ext>
            </a:extLst>
          </p:cNvPr>
          <p:cNvCxnSpPr>
            <a:cxnSpLocks/>
          </p:cNvCxnSpPr>
          <p:nvPr/>
        </p:nvCxnSpPr>
        <p:spPr>
          <a:xfrm flipV="1">
            <a:off x="1991991" y="0"/>
            <a:ext cx="461649" cy="8230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40">
            <a:extLst>
              <a:ext uri="{FF2B5EF4-FFF2-40B4-BE49-F238E27FC236}">
                <a16:creationId xmlns:a16="http://schemas.microsoft.com/office/drawing/2014/main" id="{3852A222-05C9-EE1F-FC22-8EDA23220CFC}"/>
              </a:ext>
            </a:extLst>
          </p:cNvPr>
          <p:cNvSpPr/>
          <p:nvPr/>
        </p:nvSpPr>
        <p:spPr>
          <a:xfrm>
            <a:off x="0" y="1"/>
            <a:ext cx="5616110" cy="6857999"/>
          </a:xfrm>
          <a:custGeom>
            <a:avLst/>
            <a:gdLst>
              <a:gd name="connsiteX0" fmla="*/ 1837773 w 5616110"/>
              <a:gd name="connsiteY0" fmla="*/ 2644388 h 6857999"/>
              <a:gd name="connsiteX1" fmla="*/ 2952033 w 5616110"/>
              <a:gd name="connsiteY1" fmla="*/ 2644388 h 6857999"/>
              <a:gd name="connsiteX2" fmla="*/ 766337 w 5616110"/>
              <a:gd name="connsiteY2" fmla="*/ 6857998 h 6857999"/>
              <a:gd name="connsiteX3" fmla="*/ 24699 w 5616110"/>
              <a:gd name="connsiteY3" fmla="*/ 6857998 h 6857999"/>
              <a:gd name="connsiteX4" fmla="*/ 24699 w 5616110"/>
              <a:gd name="connsiteY4" fmla="*/ 6139653 h 6857999"/>
              <a:gd name="connsiteX5" fmla="*/ 1268816 w 5616110"/>
              <a:gd name="connsiteY5" fmla="*/ 1220906 h 6857999"/>
              <a:gd name="connsiteX6" fmla="*/ 2383076 w 5616110"/>
              <a:gd name="connsiteY6" fmla="*/ 1220906 h 6857999"/>
              <a:gd name="connsiteX7" fmla="*/ 0 w 5616110"/>
              <a:gd name="connsiteY7" fmla="*/ 5815029 h 6857999"/>
              <a:gd name="connsiteX8" fmla="*/ 0 w 5616110"/>
              <a:gd name="connsiteY8" fmla="*/ 3666945 h 6857999"/>
              <a:gd name="connsiteX9" fmla="*/ 3205173 w 5616110"/>
              <a:gd name="connsiteY9" fmla="*/ 0 h 6857999"/>
              <a:gd name="connsiteX10" fmla="*/ 4319434 w 5616110"/>
              <a:gd name="connsiteY10" fmla="*/ 0 h 6857999"/>
              <a:gd name="connsiteX11" fmla="*/ 3021650 w 5616110"/>
              <a:gd name="connsiteY11" fmla="*/ 2501882 h 6857999"/>
              <a:gd name="connsiteX12" fmla="*/ 1907390 w 5616110"/>
              <a:gd name="connsiteY12" fmla="*/ 2501882 h 6857999"/>
              <a:gd name="connsiteX13" fmla="*/ 4501850 w 5616110"/>
              <a:gd name="connsiteY13" fmla="*/ 0 h 6857999"/>
              <a:gd name="connsiteX14" fmla="*/ 5616110 w 5616110"/>
              <a:gd name="connsiteY14" fmla="*/ 0 h 6857999"/>
              <a:gd name="connsiteX15" fmla="*/ 2058710 w 5616110"/>
              <a:gd name="connsiteY15" fmla="*/ 6857999 h 6857999"/>
              <a:gd name="connsiteX16" fmla="*/ 944450 w 5616110"/>
              <a:gd name="connsiteY1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16110" h="6857999">
                <a:moveTo>
                  <a:pt x="1837773" y="2644388"/>
                </a:moveTo>
                <a:lnTo>
                  <a:pt x="2952033" y="2644388"/>
                </a:lnTo>
                <a:lnTo>
                  <a:pt x="766337" y="6857998"/>
                </a:lnTo>
                <a:lnTo>
                  <a:pt x="24699" y="6857998"/>
                </a:lnTo>
                <a:lnTo>
                  <a:pt x="24699" y="6139653"/>
                </a:lnTo>
                <a:close/>
                <a:moveTo>
                  <a:pt x="1268816" y="1220906"/>
                </a:moveTo>
                <a:lnTo>
                  <a:pt x="2383076" y="1220906"/>
                </a:lnTo>
                <a:lnTo>
                  <a:pt x="0" y="5815029"/>
                </a:lnTo>
                <a:lnTo>
                  <a:pt x="0" y="3666945"/>
                </a:lnTo>
                <a:close/>
                <a:moveTo>
                  <a:pt x="3205173" y="0"/>
                </a:moveTo>
                <a:lnTo>
                  <a:pt x="4319434" y="0"/>
                </a:lnTo>
                <a:lnTo>
                  <a:pt x="3021650" y="2501882"/>
                </a:lnTo>
                <a:lnTo>
                  <a:pt x="1907390" y="2501882"/>
                </a:lnTo>
                <a:close/>
                <a:moveTo>
                  <a:pt x="4501850" y="0"/>
                </a:moveTo>
                <a:lnTo>
                  <a:pt x="5616110" y="0"/>
                </a:lnTo>
                <a:lnTo>
                  <a:pt x="2058710" y="6857999"/>
                </a:lnTo>
                <a:lnTo>
                  <a:pt x="944450" y="6857999"/>
                </a:lnTo>
                <a:close/>
              </a:path>
            </a:pathLst>
          </a:cu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任意多边形: 形状 23"/>
          <p:cNvSpPr/>
          <p:nvPr/>
        </p:nvSpPr>
        <p:spPr>
          <a:xfrm>
            <a:off x="2245315" y="4444154"/>
            <a:ext cx="2363858" cy="2408991"/>
          </a:xfrm>
          <a:custGeom>
            <a:avLst/>
            <a:gdLst>
              <a:gd name="connsiteX0" fmla="*/ 1249598 w 2363858"/>
              <a:gd name="connsiteY0" fmla="*/ 0 h 2408991"/>
              <a:gd name="connsiteX1" fmla="*/ 2363858 w 2363858"/>
              <a:gd name="connsiteY1" fmla="*/ 0 h 2408991"/>
              <a:gd name="connsiteX2" fmla="*/ 1114260 w 2363858"/>
              <a:gd name="connsiteY2" fmla="*/ 2408991 h 2408991"/>
              <a:gd name="connsiteX3" fmla="*/ 0 w 2363858"/>
              <a:gd name="connsiteY3" fmla="*/ 2408991 h 24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3858" h="2408991">
                <a:moveTo>
                  <a:pt x="1249598" y="0"/>
                </a:moveTo>
                <a:lnTo>
                  <a:pt x="2363858" y="0"/>
                </a:lnTo>
                <a:lnTo>
                  <a:pt x="1114260" y="2408991"/>
                </a:lnTo>
                <a:lnTo>
                  <a:pt x="0" y="2408991"/>
                </a:lnTo>
                <a:close/>
              </a:path>
            </a:pathLst>
          </a:custGeom>
          <a:solidFill>
            <a:srgbClr val="07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A0303-AC4F-2DB9-B186-5398A4D8A51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54">
            <a:extLst>
              <a:ext uri="{FF2B5EF4-FFF2-40B4-BE49-F238E27FC236}">
                <a16:creationId xmlns:a16="http://schemas.microsoft.com/office/drawing/2014/main" id="{AF23C8B4-877B-921F-5E63-6F991C3E7552}"/>
              </a:ext>
            </a:extLst>
          </p:cNvPr>
          <p:cNvSpPr txBox="1"/>
          <p:nvPr/>
        </p:nvSpPr>
        <p:spPr>
          <a:xfrm>
            <a:off x="7291528" y="3514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PA-文本框 88">
            <a:extLst>
              <a:ext uri="{FF2B5EF4-FFF2-40B4-BE49-F238E27FC236}">
                <a16:creationId xmlns:a16="http://schemas.microsoft.com/office/drawing/2014/main" id="{2FFD5AEB-8173-7E5E-7F42-6DA46CFDDF3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10764" y="3668736"/>
            <a:ext cx="5119352" cy="375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8D79B-1C35-B05F-E731-D68CA6B47FF8}"/>
              </a:ext>
            </a:extLst>
          </p:cNvPr>
          <p:cNvSpPr txBox="1"/>
          <p:nvPr/>
        </p:nvSpPr>
        <p:spPr>
          <a:xfrm>
            <a:off x="6665961" y="3592333"/>
            <a:ext cx="505123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chemeClr val="bg1"/>
                </a:solidFill>
                <a:latin typeface="Tw Cen MT Condensed Extra Bold" panose="020B0803020202020204" pitchFamily="34" charset="0"/>
              </a:rPr>
              <a:t>SIP PANJI</a:t>
            </a:r>
            <a:endParaRPr kumimoji="0" lang="id-ID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64F1D5-3144-A45A-BDB8-9A8CA45352BF}"/>
              </a:ext>
            </a:extLst>
          </p:cNvPr>
          <p:cNvSpPr/>
          <p:nvPr/>
        </p:nvSpPr>
        <p:spPr>
          <a:xfrm>
            <a:off x="7018072" y="4562248"/>
            <a:ext cx="4861560" cy="14400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rgbClr val="62AE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D2F5A-9EE5-FA6B-0189-53657DBD6D4C}"/>
              </a:ext>
            </a:extLst>
          </p:cNvPr>
          <p:cNvSpPr txBox="1"/>
          <p:nvPr/>
        </p:nvSpPr>
        <p:spPr>
          <a:xfrm>
            <a:off x="7585720" y="4706248"/>
            <a:ext cx="416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Presentasi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diisi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Manual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2CDB7-C14B-ACB3-7EF1-017F3BEB42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98" y="182926"/>
            <a:ext cx="6858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87CFA-E300-6417-C444-9D802B0E9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4" y="109332"/>
            <a:ext cx="2148501" cy="60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0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BSG|Review_1_Penjualan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53" y="-1"/>
            <a:ext cx="10226893" cy="685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DBD33F-8E8C-F638-1B2D-299F36E50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5_Salesman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361" y="0"/>
            <a:ext cx="8529277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FB006-A139-0C87-985E-4039F98E0A96}"/>
              </a:ext>
            </a:extLst>
          </p:cNvPr>
          <p:cNvSpPr txBox="1"/>
          <p:nvPr/>
        </p:nvSpPr>
        <p:spPr>
          <a:xfrm>
            <a:off x="7543800" y="-40343"/>
            <a:ext cx="460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15403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F5F77-7C8B-E792-6970-854D57C9A4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5EA1F3-CEA8-6428-51CD-7F195B18F296}"/>
              </a:ext>
            </a:extLst>
          </p:cNvPr>
          <p:cNvSpPr/>
          <p:nvPr/>
        </p:nvSpPr>
        <p:spPr>
          <a:xfrm>
            <a:off x="6131862" y="712693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0FC1DA-BAD7-6254-0E55-E58969EEFFE5}"/>
              </a:ext>
            </a:extLst>
          </p:cNvPr>
          <p:cNvSpPr/>
          <p:nvPr/>
        </p:nvSpPr>
        <p:spPr>
          <a:xfrm>
            <a:off x="103094" y="712692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25CA42-C210-03D9-9C60-CA9CD94E7076}"/>
              </a:ext>
            </a:extLst>
          </p:cNvPr>
          <p:cNvSpPr/>
          <p:nvPr/>
        </p:nvSpPr>
        <p:spPr>
          <a:xfrm>
            <a:off x="9143994" y="712692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27FA24-5958-9C20-F49C-A3CC8B042E75}"/>
              </a:ext>
            </a:extLst>
          </p:cNvPr>
          <p:cNvSpPr/>
          <p:nvPr/>
        </p:nvSpPr>
        <p:spPr>
          <a:xfrm>
            <a:off x="3106283" y="712694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FBF813-A32E-CF54-4EBC-DE5A5CB7F879}"/>
              </a:ext>
            </a:extLst>
          </p:cNvPr>
          <p:cNvSpPr/>
          <p:nvPr/>
        </p:nvSpPr>
        <p:spPr>
          <a:xfrm>
            <a:off x="107577" y="4921624"/>
            <a:ext cx="11918555" cy="18153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RECRUITMENT 4 HARI TERAKHIR</a:t>
            </a: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TOTAL POSTING LOKER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TOTAL RESPONDEN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JUMLAH SURAT LAMARAN MASUK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JUMLAH INTERVIEW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JUMLAH SALESMAN DITERIMA 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20FA9B-1F25-39FE-DA35-B3EA2F00A2EE}"/>
              </a:ext>
            </a:extLst>
          </p:cNvPr>
          <p:cNvSpPr/>
          <p:nvPr/>
        </p:nvSpPr>
        <p:spPr>
          <a:xfrm>
            <a:off x="5988422" y="5150224"/>
            <a:ext cx="5777754" cy="14657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PERBAIKAN RECRUITMENT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Tambah 19 salesman baru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PERBAIKAN :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E6E98-EAD9-0642-29E8-CD0444675F8A}"/>
              </a:ext>
            </a:extLst>
          </p:cNvPr>
          <p:cNvSpPr txBox="1"/>
          <p:nvPr/>
        </p:nvSpPr>
        <p:spPr>
          <a:xfrm>
            <a:off x="9018480" y="94127"/>
            <a:ext cx="3133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RECRUITMENT</a:t>
            </a:r>
          </a:p>
        </p:txBody>
      </p:sp>
    </p:spTree>
    <p:extLst>
      <p:ext uri="{BB962C8B-B14F-4D97-AF65-F5344CB8AC3E}">
        <p14:creationId xmlns:p14="http://schemas.microsoft.com/office/powerpoint/2010/main" val="286161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3DBAB1-9BEF-347D-7D7C-D5028A9875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SG|Review_2_Proses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36540"/>
          </a:xfrm>
          <a:prstGeom prst="rect">
            <a:avLst/>
          </a:prstGeom>
        </p:spPr>
      </p:pic>
      <p:graphicFrame>
        <p:nvGraphicFramePr>
          <p:cNvPr id="2" name="BSGT|dbq">
            <a:extLst>
              <a:ext uri="{FF2B5EF4-FFF2-40B4-BE49-F238E27FC236}">
                <a16:creationId xmlns:a16="http://schemas.microsoft.com/office/drawing/2014/main" id="{8FF29A31-A413-349A-1890-04954B44A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187435"/>
              </p:ext>
            </p:extLst>
          </p:nvPr>
        </p:nvGraphicFramePr>
        <p:xfrm>
          <a:off x="239205" y="4308480"/>
          <a:ext cx="11713590" cy="1966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86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14874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DB QUALITY: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DB 748 dengan HOT 83 → DB Q 11.1% (ideal 30%); STU 61 → STU% 8.2% (ideal 10%); input 1.4 DB/MP/hari oleh 22 MP.</a:t>
                      </a:r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99970D-61FD-19C3-9A58-DD327521154A}"/>
              </a:ext>
            </a:extLst>
          </p:cNvPr>
          <p:cNvSpPr txBox="1"/>
          <p:nvPr/>
        </p:nvSpPr>
        <p:spPr>
          <a:xfrm>
            <a:off x="7086600" y="40339"/>
            <a:ext cx="506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PROCESSES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72615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1F0BDD-1400-8009-E1F2-535D6ADDC6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Aktifitas_PT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879110" cy="4534930"/>
          </a:xfrm>
          <a:prstGeom prst="rect">
            <a:avLst/>
          </a:prstGeom>
        </p:spPr>
      </p:pic>
      <p:pic>
        <p:nvPicPr>
          <p:cNvPr id="7" name="BSG|Review_Aktifitas_Sub_|deale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54378"/>
            <a:ext cx="12191998" cy="2323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11ECDE-20F0-9463-937C-5103F81000EB}"/>
              </a:ext>
            </a:extLst>
          </p:cNvPr>
          <p:cNvSpPr txBox="1"/>
          <p:nvPr/>
        </p:nvSpPr>
        <p:spPr>
          <a:xfrm>
            <a:off x="8135472" y="40339"/>
            <a:ext cx="4016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DEALER ACTIVITY REVIEW</a:t>
            </a:r>
          </a:p>
        </p:txBody>
      </p:sp>
    </p:spTree>
    <p:extLst>
      <p:ext uri="{BB962C8B-B14F-4D97-AF65-F5344CB8AC3E}">
        <p14:creationId xmlns:p14="http://schemas.microsoft.com/office/powerpoint/2010/main" val="317826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EEE85B-8735-EBC8-1646-ACD578A47E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4E4A0-5A65-22A0-4ED0-7B0994D0D74D}"/>
              </a:ext>
            </a:extLst>
          </p:cNvPr>
          <p:cNvSpPr txBox="1"/>
          <p:nvPr/>
        </p:nvSpPr>
        <p:spPr>
          <a:xfrm>
            <a:off x="7839636" y="40339"/>
            <a:ext cx="431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DEALER ACTIVITY REVIEW</a:t>
            </a:r>
          </a:p>
        </p:txBody>
      </p:sp>
      <p:graphicFrame>
        <p:nvGraphicFramePr>
          <p:cNvPr id="2" name="BSGT|sub_d">
            <a:extLst>
              <a:ext uri="{FF2B5EF4-FFF2-40B4-BE49-F238E27FC236}">
                <a16:creationId xmlns:a16="http://schemas.microsoft.com/office/drawing/2014/main" id="{3031AB4D-9C12-9E13-9D0D-0B2F3A718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57860"/>
              </p:ext>
            </p:extLst>
          </p:nvPr>
        </p:nvGraphicFramePr>
        <p:xfrm>
          <a:off x="239205" y="879484"/>
          <a:ext cx="11713590" cy="3803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SD02 - DEALER ATTACK (SIP PANJI - MOBIL-PANJI, PANARUKAN, BANYUPUTIH, CERMEE, SITUBONDO, PRAJEKAN, MANGARAN, KAPONGAN, KENDIT, JANGKAR: DB 46, HOT 3 (DB Q 6.5%), STU 1 (STU% 2.2%).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632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EVENT LOCAL (POS TENDA YAMAHA SAMSAT SI-PANJI: DB 66, HOT 15 (DB Q 22.7%), STU 5 (STU% 7.6%).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64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LE01 - EVENT LOCAL (CARFUN SITUBONDO 3)-MANGARAN: DB 10, HOT 1 (DB Q 10.0%),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  <a:tr h="64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MEDIA SOSIAL: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Media Sosial: target 21 STU, realisasi 7 (33.3%); DB 232, HOT 27 (DB Q 11.6%), STU% 3.0%.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758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61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22371-4D7C-E668-5DBB-8BE638E206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SG|Review_1_Penjualan_|koo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" y="-1"/>
            <a:ext cx="11636410" cy="6856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A5A58-DCC2-F29E-0F50-E9DF0342F994}"/>
              </a:ext>
            </a:extLst>
          </p:cNvPr>
          <p:cNvSpPr txBox="1"/>
          <p:nvPr/>
        </p:nvSpPr>
        <p:spPr>
          <a:xfrm>
            <a:off x="8095129" y="80680"/>
            <a:ext cx="4069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196200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E7D6C2-D049-1BC7-8A70-CD0F013E51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BSG|Review_5_Salesman_|koo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88"/>
            <a:ext cx="12193860" cy="4745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FF2C7D-1576-789C-5D11-58E863778217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13236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5A4AE-D811-A61A-6765-9136719518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BSGT|sales_k">
            <a:extLst>
              <a:ext uri="{FF2B5EF4-FFF2-40B4-BE49-F238E27FC236}">
                <a16:creationId xmlns:a16="http://schemas.microsoft.com/office/drawing/2014/main" id="{77F6061E-1B09-9C57-EFAA-37E67044B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93697"/>
              </p:ext>
            </p:extLst>
          </p:nvPr>
        </p:nvGraphicFramePr>
        <p:xfrm>
          <a:off x="239205" y="1605622"/>
          <a:ext cx="11713590" cy="268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1: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DICKY SURYA PRADANA: STU 0/2 (0.0%), DB 20, HOT 2 (DB Q 10.0%), SPK 2, ACC 0%, STU% 0.0%.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71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2: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DEWI RAHMATILLAH: STU 0/2 (0.0%), DB 74, HOT 0 (DB Q 0.0%), SPK 0, ACC 0%, STU% 0.0%.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3: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RIDWAN SANTOSO: STU 1/2 (50.0%), DB 26, HOT 1 (DB Q 3.8%), SPK 1, ACC 0%, STU% 3.8%.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C67CF7-B350-6B47-C18F-2D0E5DF59A9F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86218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8EB218-31A1-FBA5-12C7-6088E308AB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Aktifitas_PT_|koo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894"/>
            <a:ext cx="12165092" cy="3633088"/>
          </a:xfrm>
          <a:prstGeom prst="rect">
            <a:avLst/>
          </a:prstGeom>
        </p:spPr>
      </p:pic>
      <p:pic>
        <p:nvPicPr>
          <p:cNvPr id="7" name="BSG|Review_Aktifitas_Sub_|koo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34981"/>
            <a:ext cx="12191997" cy="1911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02A1AD-0574-3342-2B28-71C3662CAC10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3814159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9500D-E3F6-BEDA-35C8-FF72E45948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BB17F-617E-3E01-4C6B-3D522A332FCE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BY LOW PERFORM COORDINATOR</a:t>
            </a:r>
          </a:p>
        </p:txBody>
      </p:sp>
      <p:graphicFrame>
        <p:nvGraphicFramePr>
          <p:cNvPr id="4" name="BSGT|sub_k">
            <a:extLst>
              <a:ext uri="{FF2B5EF4-FFF2-40B4-BE49-F238E27FC236}">
                <a16:creationId xmlns:a16="http://schemas.microsoft.com/office/drawing/2014/main" id="{DA63F918-C49B-D817-BBFD-382C1276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44917"/>
              </p:ext>
            </p:extLst>
          </p:nvPr>
        </p:nvGraphicFramePr>
        <p:xfrm>
          <a:off x="239205" y="1390469"/>
          <a:ext cx="11713590" cy="33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EVENT LOCAL (POS TENDA YAMAHA SAMSAT SI-PANJI: DB 27, HOT 3 (DB Q 11.1%),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71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SD02 - DEALER ATTACK (SIP PANJI - MOBIL-PANJI, PANARUKAN, BANYUPUTIH, CERMEE, SITUBONDO, PRAJEKAN, MANGARAN, KAPONGAN, KENDIT, JANGKAR: DB 23, HOT 0 (DB Q 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LE01 - EVENT LOCAL (CARFUN SITUBONDO 5)-KENDIT: DB 10, HOT 0 (DB Q 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25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52460-3956-6795-A94E-CD5ED6EE41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SG|Review_1_Penjualan_|count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33" y="0"/>
            <a:ext cx="11716952" cy="6903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6EB9E1-CF1B-F10A-8ABB-3C70F2DF2DB4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</a:t>
            </a:r>
          </a:p>
        </p:txBody>
      </p:sp>
    </p:spTree>
    <p:extLst>
      <p:ext uri="{BB962C8B-B14F-4D97-AF65-F5344CB8AC3E}">
        <p14:creationId xmlns:p14="http://schemas.microsoft.com/office/powerpoint/2010/main" val="188863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381088-349D-2C3C-53E8-A20A39EBCC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SG|Review_2_Proses_|count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3"/>
            <a:ext cx="11959331" cy="2343382"/>
          </a:xfrm>
          <a:prstGeom prst="rect">
            <a:avLst/>
          </a:prstGeom>
        </p:spPr>
      </p:pic>
      <p:pic>
        <p:nvPicPr>
          <p:cNvPr id="8" name="BSG|Review_Aktifitas_PT_|counte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7275"/>
            <a:ext cx="12192000" cy="3443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27A53-35EB-9A91-90B5-06CA81802BDB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 REVIEW</a:t>
            </a:r>
          </a:p>
        </p:txBody>
      </p:sp>
    </p:spTree>
    <p:extLst>
      <p:ext uri="{BB962C8B-B14F-4D97-AF65-F5344CB8AC3E}">
        <p14:creationId xmlns:p14="http://schemas.microsoft.com/office/powerpoint/2010/main" val="238204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54B7C-1689-C56D-B940-59E9C695F7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22C39-10D6-56CC-4452-98ED4DF9102D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 REVIEW</a:t>
            </a:r>
          </a:p>
        </p:txBody>
      </p:sp>
      <p:graphicFrame>
        <p:nvGraphicFramePr>
          <p:cNvPr id="4" name="BSGT|counter">
            <a:extLst>
              <a:ext uri="{FF2B5EF4-FFF2-40B4-BE49-F238E27FC236}">
                <a16:creationId xmlns:a16="http://schemas.microsoft.com/office/drawing/2014/main" id="{33AA6387-8D84-8A4C-1DD8-354C34D8A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65678"/>
              </p:ext>
            </p:extLst>
          </p:nvPr>
        </p:nvGraphicFramePr>
        <p:xfrm>
          <a:off x="145076" y="623991"/>
          <a:ext cx="11849700" cy="4122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940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DB QUALITY: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DB 97 dengan HOT 7 → DB Q 7.2% (ideal 30%); STU 7 → STU% 7.2% (ideal 10%); input 4.0 DB/MP/hari oleh 1 MP.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SERVICE: DB 86, HOT 0 (DB Q 0.0%), STU 0 (STU% 0.0%); capaian 0/1 (0%) dari target aktivitas.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228014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PIHAK KETIGA: DB 1, HOT 1 (DB Q 100.0%),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4328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WALK IN: DB 10, HOT 6 (DB Q 60.0%), STU 5 (STU% 50.0%); capaian 5/5 (100%) dari target aktivitas.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0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494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828F9-62FB-333B-C6E2-7FBA4314C4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3_Leasing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5092" cy="4430394"/>
          </a:xfrm>
          <a:prstGeom prst="rect">
            <a:avLst/>
          </a:prstGeom>
        </p:spPr>
      </p:pic>
      <p:graphicFrame>
        <p:nvGraphicFramePr>
          <p:cNvPr id="4" name="BSGT|leasing">
            <a:extLst>
              <a:ext uri="{FF2B5EF4-FFF2-40B4-BE49-F238E27FC236}">
                <a16:creationId xmlns:a16="http://schemas.microsoft.com/office/drawing/2014/main" id="{E204F23A-E4BC-508C-9BBF-A4A410DDE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099091"/>
              </p:ext>
            </p:extLst>
          </p:nvPr>
        </p:nvGraphicFramePr>
        <p:xfrm>
          <a:off x="239205" y="4755857"/>
          <a:ext cx="11713590" cy="186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439509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BAF: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44, ACC% 66.7% (ideal 50%), STU kredit cair 21 unit (50%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510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ADIRA: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38, ACC% 63.3% (ideal 50%), STU kredit cair 18 unit (43%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43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SOF: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6, ACC% 50.0% (ideal 50%), STU kredit cair 3 unit (7%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0DE8D0-87F3-9BB0-19E6-3561B1CC8E54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SPK &amp; LEASING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226511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766AC9-246A-1B2D-82FC-14343528DE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4_Type_|deal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94"/>
            <a:ext cx="12192000" cy="4036540"/>
          </a:xfrm>
          <a:prstGeom prst="rect">
            <a:avLst/>
          </a:prstGeom>
        </p:spPr>
      </p:pic>
      <p:graphicFrame>
        <p:nvGraphicFramePr>
          <p:cNvPr id="4" name="BSGT|type">
            <a:extLst>
              <a:ext uri="{FF2B5EF4-FFF2-40B4-BE49-F238E27FC236}">
                <a16:creationId xmlns:a16="http://schemas.microsoft.com/office/drawing/2014/main" id="{544A0561-43E9-CB62-993E-5D556A575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37958"/>
              </p:ext>
            </p:extLst>
          </p:nvPr>
        </p:nvGraphicFramePr>
        <p:xfrm>
          <a:off x="239205" y="4325551"/>
          <a:ext cx="11713590" cy="2015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43950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PREMIUM: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39/51 (76.5%), LM 31 (growth 126%), DB 161, HOT 58 (DB Q 36.0%), SPK 55, ACC 62%.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510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CLASSY: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18/21 (85.7%), LM 13 (growth 138%), DB 70, HOT 14 (DB Q 20.0%), SPK 25, ACC 72%.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43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LPM: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2/8 (25.0%), LM 2 (growth 100%), DB 23, HOT 7 (DB Q 30.4%), SPK 7, ACC 40%.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F13520-60D5-A9CC-5D87-BBAFADD99E2F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 BY TYPE DEALER REVIEW</a:t>
            </a:r>
          </a:p>
        </p:txBody>
      </p:sp>
    </p:spTree>
    <p:extLst>
      <p:ext uri="{BB962C8B-B14F-4D97-AF65-F5344CB8AC3E}">
        <p14:creationId xmlns:p14="http://schemas.microsoft.com/office/powerpoint/2010/main" val="204084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9088FF-0346-67F1-5560-196337351E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BSG|Dashboard_KPI_|kpi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3" y="0"/>
            <a:ext cx="11401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5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B493BA-9F25-31C6-4925-9EBBE3DB7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BAFF7-9176-4A7A-E06A-09473E7B5FE0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30552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0B6E-50C6-5085-F10F-C6570268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90D6BD-B3ED-05CD-E14F-00A895427E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8E2D6-EDF6-092B-1BBA-6C9CF54530E1}"/>
              </a:ext>
            </a:extLst>
          </p:cNvPr>
          <p:cNvSpPr/>
          <p:nvPr/>
        </p:nvSpPr>
        <p:spPr>
          <a:xfrm>
            <a:off x="6291546" y="4882879"/>
            <a:ext cx="545989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Thank You!</a:t>
            </a:r>
          </a:p>
        </p:txBody>
      </p:sp>
      <p:sp>
        <p:nvSpPr>
          <p:cNvPr id="11" name="任意多边形: 形状 23">
            <a:extLst>
              <a:ext uri="{FF2B5EF4-FFF2-40B4-BE49-F238E27FC236}">
                <a16:creationId xmlns:a16="http://schemas.microsoft.com/office/drawing/2014/main" id="{7A067CF0-9C87-0E1B-0A2C-486F58C95A20}"/>
              </a:ext>
            </a:extLst>
          </p:cNvPr>
          <p:cNvSpPr/>
          <p:nvPr/>
        </p:nvSpPr>
        <p:spPr>
          <a:xfrm>
            <a:off x="2245314" y="4064000"/>
            <a:ext cx="2660565" cy="2789145"/>
          </a:xfrm>
          <a:custGeom>
            <a:avLst/>
            <a:gdLst>
              <a:gd name="connsiteX0" fmla="*/ 1249598 w 2363858"/>
              <a:gd name="connsiteY0" fmla="*/ 0 h 2408991"/>
              <a:gd name="connsiteX1" fmla="*/ 2363858 w 2363858"/>
              <a:gd name="connsiteY1" fmla="*/ 0 h 2408991"/>
              <a:gd name="connsiteX2" fmla="*/ 1114260 w 2363858"/>
              <a:gd name="connsiteY2" fmla="*/ 2408991 h 2408991"/>
              <a:gd name="connsiteX3" fmla="*/ 0 w 2363858"/>
              <a:gd name="connsiteY3" fmla="*/ 2408991 h 24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3858" h="2408991">
                <a:moveTo>
                  <a:pt x="1249598" y="0"/>
                </a:moveTo>
                <a:lnTo>
                  <a:pt x="2363858" y="0"/>
                </a:lnTo>
                <a:lnTo>
                  <a:pt x="1114260" y="2408991"/>
                </a:lnTo>
                <a:lnTo>
                  <a:pt x="0" y="2408991"/>
                </a:lnTo>
                <a:close/>
              </a:path>
            </a:pathLst>
          </a:custGeom>
          <a:solidFill>
            <a:srgbClr val="1F4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solidFill>
                  <a:srgbClr val="1F446A"/>
                </a:solidFill>
              </a:ln>
              <a:solidFill>
                <a:srgbClr val="1F446A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任意多边形: 形状 40">
            <a:extLst>
              <a:ext uri="{FF2B5EF4-FFF2-40B4-BE49-F238E27FC236}">
                <a16:creationId xmlns:a16="http://schemas.microsoft.com/office/drawing/2014/main" id="{3852A222-05C9-EE1F-FC22-8EDA23220CFC}"/>
              </a:ext>
            </a:extLst>
          </p:cNvPr>
          <p:cNvSpPr/>
          <p:nvPr/>
        </p:nvSpPr>
        <p:spPr>
          <a:xfrm>
            <a:off x="0" y="1"/>
            <a:ext cx="5616110" cy="6857999"/>
          </a:xfrm>
          <a:custGeom>
            <a:avLst/>
            <a:gdLst>
              <a:gd name="connsiteX0" fmla="*/ 1837773 w 5616110"/>
              <a:gd name="connsiteY0" fmla="*/ 2644388 h 6857999"/>
              <a:gd name="connsiteX1" fmla="*/ 2952033 w 5616110"/>
              <a:gd name="connsiteY1" fmla="*/ 2644388 h 6857999"/>
              <a:gd name="connsiteX2" fmla="*/ 766337 w 5616110"/>
              <a:gd name="connsiteY2" fmla="*/ 6857998 h 6857999"/>
              <a:gd name="connsiteX3" fmla="*/ 24699 w 5616110"/>
              <a:gd name="connsiteY3" fmla="*/ 6857998 h 6857999"/>
              <a:gd name="connsiteX4" fmla="*/ 24699 w 5616110"/>
              <a:gd name="connsiteY4" fmla="*/ 6139653 h 6857999"/>
              <a:gd name="connsiteX5" fmla="*/ 1268816 w 5616110"/>
              <a:gd name="connsiteY5" fmla="*/ 1220906 h 6857999"/>
              <a:gd name="connsiteX6" fmla="*/ 2383076 w 5616110"/>
              <a:gd name="connsiteY6" fmla="*/ 1220906 h 6857999"/>
              <a:gd name="connsiteX7" fmla="*/ 0 w 5616110"/>
              <a:gd name="connsiteY7" fmla="*/ 5815029 h 6857999"/>
              <a:gd name="connsiteX8" fmla="*/ 0 w 5616110"/>
              <a:gd name="connsiteY8" fmla="*/ 3666945 h 6857999"/>
              <a:gd name="connsiteX9" fmla="*/ 3205173 w 5616110"/>
              <a:gd name="connsiteY9" fmla="*/ 0 h 6857999"/>
              <a:gd name="connsiteX10" fmla="*/ 4319434 w 5616110"/>
              <a:gd name="connsiteY10" fmla="*/ 0 h 6857999"/>
              <a:gd name="connsiteX11" fmla="*/ 3021650 w 5616110"/>
              <a:gd name="connsiteY11" fmla="*/ 2501882 h 6857999"/>
              <a:gd name="connsiteX12" fmla="*/ 1907390 w 5616110"/>
              <a:gd name="connsiteY12" fmla="*/ 2501882 h 6857999"/>
              <a:gd name="connsiteX13" fmla="*/ 4501850 w 5616110"/>
              <a:gd name="connsiteY13" fmla="*/ 0 h 6857999"/>
              <a:gd name="connsiteX14" fmla="*/ 5616110 w 5616110"/>
              <a:gd name="connsiteY14" fmla="*/ 0 h 6857999"/>
              <a:gd name="connsiteX15" fmla="*/ 2058710 w 5616110"/>
              <a:gd name="connsiteY15" fmla="*/ 6857999 h 6857999"/>
              <a:gd name="connsiteX16" fmla="*/ 944450 w 5616110"/>
              <a:gd name="connsiteY1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16110" h="6857999">
                <a:moveTo>
                  <a:pt x="1837773" y="2644388"/>
                </a:moveTo>
                <a:lnTo>
                  <a:pt x="2952033" y="2644388"/>
                </a:lnTo>
                <a:lnTo>
                  <a:pt x="766337" y="6857998"/>
                </a:lnTo>
                <a:lnTo>
                  <a:pt x="24699" y="6857998"/>
                </a:lnTo>
                <a:lnTo>
                  <a:pt x="24699" y="6139653"/>
                </a:lnTo>
                <a:close/>
                <a:moveTo>
                  <a:pt x="1268816" y="1220906"/>
                </a:moveTo>
                <a:lnTo>
                  <a:pt x="2383076" y="1220906"/>
                </a:lnTo>
                <a:lnTo>
                  <a:pt x="0" y="5815029"/>
                </a:lnTo>
                <a:lnTo>
                  <a:pt x="0" y="3666945"/>
                </a:lnTo>
                <a:close/>
                <a:moveTo>
                  <a:pt x="3205173" y="0"/>
                </a:moveTo>
                <a:lnTo>
                  <a:pt x="4319434" y="0"/>
                </a:lnTo>
                <a:lnTo>
                  <a:pt x="3021650" y="2501882"/>
                </a:lnTo>
                <a:lnTo>
                  <a:pt x="1907390" y="2501882"/>
                </a:lnTo>
                <a:close/>
                <a:moveTo>
                  <a:pt x="4501850" y="0"/>
                </a:moveTo>
                <a:lnTo>
                  <a:pt x="5616110" y="0"/>
                </a:lnTo>
                <a:lnTo>
                  <a:pt x="2058710" y="6857999"/>
                </a:lnTo>
                <a:lnTo>
                  <a:pt x="944450" y="6857999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54">
            <a:extLst>
              <a:ext uri="{FF2B5EF4-FFF2-40B4-BE49-F238E27FC236}">
                <a16:creationId xmlns:a16="http://schemas.microsoft.com/office/drawing/2014/main" id="{5F00C77B-539E-7565-5AF7-E0A3C75FDF7E}"/>
              </a:ext>
            </a:extLst>
          </p:cNvPr>
          <p:cNvSpPr txBox="1"/>
          <p:nvPr/>
        </p:nvSpPr>
        <p:spPr>
          <a:xfrm>
            <a:off x="7291528" y="4799044"/>
            <a:ext cx="4073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直接连接符 56">
            <a:extLst>
              <a:ext uri="{FF2B5EF4-FFF2-40B4-BE49-F238E27FC236}">
                <a16:creationId xmlns:a16="http://schemas.microsoft.com/office/drawing/2014/main" id="{E7856E01-FF17-DC24-A40A-7C9E3C1C9C29}"/>
              </a:ext>
            </a:extLst>
          </p:cNvPr>
          <p:cNvCxnSpPr>
            <a:cxnSpLocks/>
          </p:cNvCxnSpPr>
          <p:nvPr/>
        </p:nvCxnSpPr>
        <p:spPr>
          <a:xfrm flipV="1">
            <a:off x="3405382" y="2185824"/>
            <a:ext cx="1500498" cy="289930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9">
            <a:extLst>
              <a:ext uri="{FF2B5EF4-FFF2-40B4-BE49-F238E27FC236}">
                <a16:creationId xmlns:a16="http://schemas.microsoft.com/office/drawing/2014/main" id="{83A215D0-BAED-B222-8A39-38CD04580449}"/>
              </a:ext>
            </a:extLst>
          </p:cNvPr>
          <p:cNvCxnSpPr>
            <a:cxnSpLocks/>
          </p:cNvCxnSpPr>
          <p:nvPr/>
        </p:nvCxnSpPr>
        <p:spPr>
          <a:xfrm flipV="1">
            <a:off x="3612690" y="3958692"/>
            <a:ext cx="1500498" cy="289930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60">
            <a:extLst>
              <a:ext uri="{FF2B5EF4-FFF2-40B4-BE49-F238E27FC236}">
                <a16:creationId xmlns:a16="http://schemas.microsoft.com/office/drawing/2014/main" id="{8B5F9093-4D37-B6B9-EE13-A3517A476A66}"/>
              </a:ext>
            </a:extLst>
          </p:cNvPr>
          <p:cNvCxnSpPr>
            <a:cxnSpLocks/>
          </p:cNvCxnSpPr>
          <p:nvPr/>
        </p:nvCxnSpPr>
        <p:spPr>
          <a:xfrm flipV="1">
            <a:off x="11365079" y="5288280"/>
            <a:ext cx="826921" cy="156972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61">
            <a:extLst>
              <a:ext uri="{FF2B5EF4-FFF2-40B4-BE49-F238E27FC236}">
                <a16:creationId xmlns:a16="http://schemas.microsoft.com/office/drawing/2014/main" id="{DB59ECAA-B448-AFED-0801-466E544F595E}"/>
              </a:ext>
            </a:extLst>
          </p:cNvPr>
          <p:cNvCxnSpPr>
            <a:cxnSpLocks/>
          </p:cNvCxnSpPr>
          <p:nvPr/>
        </p:nvCxnSpPr>
        <p:spPr>
          <a:xfrm flipV="1">
            <a:off x="8670440" y="0"/>
            <a:ext cx="582016" cy="12539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62">
            <a:extLst>
              <a:ext uri="{FF2B5EF4-FFF2-40B4-BE49-F238E27FC236}">
                <a16:creationId xmlns:a16="http://schemas.microsoft.com/office/drawing/2014/main" id="{90C332EE-971A-3CDC-E7E9-5E09A9258BC9}"/>
              </a:ext>
            </a:extLst>
          </p:cNvPr>
          <p:cNvCxnSpPr>
            <a:cxnSpLocks/>
          </p:cNvCxnSpPr>
          <p:nvPr/>
        </p:nvCxnSpPr>
        <p:spPr>
          <a:xfrm flipV="1">
            <a:off x="1991991" y="0"/>
            <a:ext cx="461649" cy="8230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BC7B64-5657-5512-8CC2-F1CECE7F45BD}"/>
              </a:ext>
            </a:extLst>
          </p:cNvPr>
          <p:cNvSpPr/>
          <p:nvPr/>
        </p:nvSpPr>
        <p:spPr>
          <a:xfrm>
            <a:off x="6635228" y="6166595"/>
            <a:ext cx="4861560" cy="144000"/>
          </a:xfrm>
          <a:prstGeom prst="roundRect">
            <a:avLst>
              <a:gd name="adj" fmla="val 50000"/>
            </a:avLst>
          </a:prstGeom>
          <a:solidFill>
            <a:srgbClr val="264C6D"/>
          </a:solidFill>
          <a:ln>
            <a:solidFill>
              <a:srgbClr val="62AE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DF0BA-D22F-B800-0B75-11A089078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78" y="1017883"/>
            <a:ext cx="4017227" cy="401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2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7_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PPT 2026" id="{B59CEF95-B853-4B07-B3E5-5F604F7A3870}" vid="{C13DF1D4-88A4-4C30-93E4-77D1F2E933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5112</TotalTime>
  <Words>896</Words>
  <Application>Microsoft Office PowerPoint</Application>
  <PresentationFormat>Widescreen</PresentationFormat>
  <Paragraphs>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Tw Cen MT Condensed Extra Bold</vt:lpstr>
      <vt:lpstr>7_Office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 Aldriek</dc:creator>
  <cp:lastModifiedBy>SPV RSSM JEMBER</cp:lastModifiedBy>
  <cp:revision>295</cp:revision>
  <dcterms:created xsi:type="dcterms:W3CDTF">2026-04-30T04:16:22Z</dcterms:created>
  <dcterms:modified xsi:type="dcterms:W3CDTF">2026-10-28T03:14:37Z</dcterms:modified>
</cp:coreProperties>
</file>